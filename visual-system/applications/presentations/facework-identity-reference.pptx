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FVA-000 identity program; FVI-001 Coherence Mark; FVI-100 Register. Spoken bridge: "This is not a brand guide. It is an open ledger — every identity decision is recorded so a discipline can be seen, questioned, and carried forward. The identity program has open gates; nothing here claims to be finished."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FVA-000 program premise; Constitution Art. I (coherence over decoration). Spoken bridge: "Every mark, every letterform, every interval had to answer one question before it earned its place."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FVI-001 Coherence Mark derivation. Renamed from the working title "Axis Exchange" to "The Coherence Mark". Spoken bridge: "Two wings meet and turn without touching. The center is never closed — the interval is the point."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FVI-100 Facework logotype. Spoken bridge: "The wordmark turns at the same point the name turns — where an idea becomes a practice. One name, three registers."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FVI-200 lockups &amp; spatial protocol. Spoken bridge: "One interval — the open center — sets the clear space and governs every lockup. Protect the interval and the signature holds at any size."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FVI-300 symbol &amp; diagram grammar (canonical symbol library). Spoken bridge: "The system separates kind from meaning. The glyph tells you what type of thing this is; the label tells you which one. Shape is never decorative."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FVI-400 Exchange Resolve motion signature. Spoken bridge: "The one sanctioned motion is a controlled deceleration that resolves to the open-center resting mark — and reduced-motion users see that resolved state directly."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Source: FVA-000 program close; Constitution (derivability standard). Spoken bridge: "The test of this identity is not whether it looks finished, but whether someone else can reconstruct every decision from the record. Nothing is designed until it can be derived."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3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var/folders/cy/nqvwh41x4nv7j1x5l2q4bzd80000gn/T/fw-deck-ewH5pi/slide-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Facework — Identity Reference (FVA-300)</dc:title>
  <dc:subject>PptxGenJS Presentation</dc:subject>
  <dc:creator>Facework</dc:creator>
  <cp:lastModifiedBy>Facework</cp:lastModifiedBy>
  <cp:revision>1</cp:revision>
  <dcterms:created xsi:type="dcterms:W3CDTF">2026-08-10T20:03:52Z</dcterms:created>
  <dcterms:modified xsi:type="dcterms:W3CDTF">2026-08-10T20:03:52Z</dcterms:modified>
</cp:coreProperties>
</file>